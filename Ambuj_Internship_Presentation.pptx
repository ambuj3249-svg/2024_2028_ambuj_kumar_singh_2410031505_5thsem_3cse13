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Virtual Internship Report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the School of Computer Science and Engineering, IILM University, Greater Noida, U.P.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partial fulfilment of B.Tech (Computer Science and Engineering)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3200400" cy="0"/>
          </a:xfrm>
          <a:prstGeom prst="line">
            <a:avLst/>
          </a:prstGeom>
          <a:noFill/>
          <a:ln w="19050">
            <a:solidFill>
              <a:srgbClr val="8FD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54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Ambuj Kumar Singh</a:t>
            </a:r>
            <a:endParaRPr lang="en-US" sz="2000" dirty="0"/>
          </a:p>
          <a:p>
            <a:pPr indent="0" marL="0">
              <a:buNone/>
            </a:pPr>
            <a:r>
              <a:rPr lang="en-US" sz="13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2410031505   |   Batch: 2024–2028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Organization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8E3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733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the Data Science Master Virtual Internship completed as part of the B.Tech (CSE) programme at IILM University. It aimed to build a strong practical foundation in Data Science — covering data preprocessing, cleaning, exploratory analysis, visualization, statistics, and machine learning — through a structured, hands-on, project-based approach applied to real-world datasets.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6733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Skill Development &amp; Future Tech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880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MSME-registered EdTech partnership enterprise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Chennai, Tamil Nadu, India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526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Hariharan M (CEO), Jaigher Daniel (COO),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Beryl (CTO)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84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5184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Democratizing technical education via free virtual internships across 15+ domains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8E3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75564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Data Science theory but rarely get hands-on exposure to real-world datasets. This internship addressed that gap: practically learning the full workflow — collecting, cleaning, exploring, visualizing, and analyzing data to extract meaningful insights.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2186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Science fundamentals &amp; real-world applications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32186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Python programming skills for data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904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NumPy &amp; Pandas for handling and processing datasets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9776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904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 data — missing values, duplicates, inconsistencies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663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45902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 to find patterns &amp; trends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4663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45902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data and apply basic statistical techniques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349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" y="52760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outliers/anomalies using statistical methods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53492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5349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01968" y="52760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data-quality check functions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8E3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737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140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4140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090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0906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7673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43984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4439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4439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120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120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structured DataFrames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1737360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1737360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10800000">
            <a:off x="8778240" y="2221992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2313432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2313432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 rot="10800000">
            <a:off x="8778240" y="2798064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2889504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2889504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rot="10800000">
            <a:off x="8778240" y="3374136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3465576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3465576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(EDA)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rot="10800000">
            <a:off x="8778240" y="3950208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3640" y="4041648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065A8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4041648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 rot="10800000">
            <a:off x="8778240" y="4526280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39" name="Shape 37"/>
          <p:cNvSpPr/>
          <p:nvPr/>
        </p:nvSpPr>
        <p:spPr>
          <a:xfrm>
            <a:off x="6263640" y="4617720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92240" y="4617720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 rot="10800000">
            <a:off x="8778240" y="5102352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42" name="Shape 40"/>
          <p:cNvSpPr/>
          <p:nvPr/>
        </p:nvSpPr>
        <p:spPr>
          <a:xfrm>
            <a:off x="6263640" y="5193792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92240" y="5193792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 rot="10800000">
            <a:off x="8778240" y="5678424"/>
            <a:ext cx="146304" cy="91440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45" name="Shape 43"/>
          <p:cNvSpPr/>
          <p:nvPr/>
        </p:nvSpPr>
        <p:spPr>
          <a:xfrm>
            <a:off x="6263640" y="5769864"/>
            <a:ext cx="5349240" cy="484632"/>
          </a:xfrm>
          <a:prstGeom prst="roundRect">
            <a:avLst>
              <a:gd name="adj" fmla="val 15094"/>
            </a:avLst>
          </a:prstGeom>
          <a:solidFill>
            <a:srgbClr val="1C729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92240" y="5769864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Week-wise Progress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D8E3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Data Science &amp;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7288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0168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Dataset Profiling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61704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44584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244584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Data Quality Checks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47288" y="4023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30168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30168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Statistical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54496" y="4023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&amp; Anomaly 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61704" y="4023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44584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Anomaly Platform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Phase: Assessment &amp; Project Review — consolidating all concepts into a structured Data Science workflow.  (Note: internship was unpaid, remote / project-based.)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3657600" cy="36576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3E5C7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417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grasp of the complete Data Science workflow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5361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417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proficiency in Python, Pandas &amp; NumPy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075688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194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07568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data cleaning &amp; preprocessing experience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075688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2194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07568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perform EDA &amp; apply statistical techniques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734056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28529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7340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skills using Matplotlib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2734056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28529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7340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Outlier/anomaly detection using Z-score methods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392424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3924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data-quality checking functions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3392424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C3868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5508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33924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Data Quality &amp; Anomaly Detection workflow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193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strengthened analytical, programming, and problem-solving skills through hands-on, project-based learning — building a strong foundation for further growth in Data Science.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Ambuj Kumar Singh   |   Roll No. 2410031505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2026-09-06T18:42:20Z</dcterms:created>
  <dcterms:modified xsi:type="dcterms:W3CDTF">2026-09-06T18:42:20Z</dcterms:modified>
</cp:coreProperties>
</file>